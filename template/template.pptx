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0076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</a:t>
            </a:r>
            <a:r>
              <a:rPr lang="en-US" sz="3800" b="1" dirty="0" err="1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プレゼンテーションタイトル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サブタイトル・説明文をここに入力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200400" y="3566160"/>
            <a:ext cx="27432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182880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20XX/XX/XX  発表者名</a:t>
            </a:r>
            <a:endParaRPr lang="en-US" sz="140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E7220BDE-0C4C-29E9-DAD0-33ED18A87B00}"/>
              </a:ext>
            </a:extLst>
          </p:cNvPr>
          <p:cNvSpPr/>
          <p:nvPr/>
        </p:nvSpPr>
        <p:spPr>
          <a:xfrm>
            <a:off x="914400" y="1116199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株式会社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NEXASPARK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64008" cy="1371600"/>
          </a:xfrm>
          <a:prstGeom prst="rect">
            <a:avLst/>
          </a:prstGeom>
          <a:solidFill>
            <a:srgbClr val="2C67E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セクションタイトル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セクションの説明テキスト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スライドタイトル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見出しテキスト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箇条書き項目1：説明テキストをここに入力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箇条書き項目2：説明テキストをここに入力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箇条書き項目3：説明テキストをここに入力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箇条書き項目4：説明テキストをここに入力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フルコンテンツのタイトル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このレイアウトはヘッダーバーがなく、コンテンツ領域を広く使えます。情報量が多いスライドや、独自のレイアウトが必要な場合に適しています。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箇条書き項目1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箇条書き項目2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箇条書き項目3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図表のタイトル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71600" y="1005840"/>
            <a:ext cx="6400800" cy="3291840"/>
          </a:xfrm>
          <a:prstGeom prst="rect">
            <a:avLst/>
          </a:prstGeom>
          <a:solidFill>
            <a:srgbClr val="F3F3F3"/>
          </a:solidFill>
          <a:ln w="12700">
            <a:solidFill>
              <a:srgbClr val="D9D9D9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371600" y="1005840"/>
            <a:ext cx="6400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画像・図表プレースホルダー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出典・注釈テキスト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テキスト＋図（右）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3840480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見出し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左側にテキスト説明を配置します。箇条書きや段落テキストで内容を表現します。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ポイント1の説明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ポイント2の説明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ポイント3の説明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658368"/>
            <a:ext cx="4480560" cy="4485132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663440" y="658368"/>
            <a:ext cx="4480560" cy="4485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画像エリア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テキスト＋図（左）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4480560" cy="4485132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0" y="658368"/>
            <a:ext cx="4480560" cy="4485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画像エリア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868680"/>
            <a:ext cx="3840480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見出し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右側にテキストを配置するレイアウトです。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ポイント1の説明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ポイント2の説明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ポイント3の説明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2カラムレイアウト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3886200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左カラム見出し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左カラムの内容1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左カラムの内容2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左カラムの内容3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09160" y="868680"/>
            <a:ext cx="3886200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右カラム見出し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右カラムの内容1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右カラムの内容2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右カラムの内容3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0" cy="39547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3カラムレイアウト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2529840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カラム1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項目A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項目B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項目C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92780" y="868680"/>
            <a:ext cx="0" cy="39547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307080" y="868680"/>
            <a:ext cx="2529840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カラム2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項目A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項目B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項目C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51220" y="868680"/>
            <a:ext cx="0" cy="39547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065520" y="868680"/>
            <a:ext cx="2529840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カラム3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項目A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項目B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項目C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主要指標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2377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85800" y="1005840"/>
            <a:ext cx="2377440" cy="54864"/>
          </a:xfrm>
          <a:prstGeom prst="rect">
            <a:avLst/>
          </a:prstGeom>
          <a:solidFill>
            <a:srgbClr val="2C67E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600200" y="1280160"/>
            <a:ext cx="548640" cy="548640"/>
          </a:xfrm>
          <a:prstGeom prst="ellipse">
            <a:avLst/>
          </a:prstGeom>
          <a:solidFill>
            <a:srgbClr val="2C67E5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2" y="139903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057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C67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98%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868680" y="3291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指標ラベル1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383280" y="1005840"/>
            <a:ext cx="2377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9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2C67E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0"/>
          <p:cNvSpPr/>
          <p:nvPr/>
        </p:nvSpPr>
        <p:spPr>
          <a:xfrm>
            <a:off x="4297680" y="1280160"/>
            <a:ext cx="548640" cy="548640"/>
          </a:xfrm>
          <a:prstGeom prst="ellipse">
            <a:avLst/>
          </a:prstGeom>
          <a:solidFill>
            <a:srgbClr val="2C67E5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52" y="1399032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3280" y="2057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C67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2.5x</a:t>
            </a:r>
            <a:endParaRPr lang="en-US" sz="5200" dirty="0"/>
          </a:p>
        </p:txBody>
      </p:sp>
      <p:sp>
        <p:nvSpPr>
          <p:cNvPr id="16" name="Text 12"/>
          <p:cNvSpPr/>
          <p:nvPr/>
        </p:nvSpPr>
        <p:spPr>
          <a:xfrm>
            <a:off x="3566160" y="3291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指標ラベル2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080760" y="1005840"/>
            <a:ext cx="2377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4"/>
          <p:cNvSpPr/>
          <p:nvPr/>
        </p:nvSpPr>
        <p:spPr>
          <a:xfrm>
            <a:off x="6080760" y="1005840"/>
            <a:ext cx="2377440" cy="54864"/>
          </a:xfrm>
          <a:prstGeom prst="rect">
            <a:avLst/>
          </a:prstGeom>
          <a:solidFill>
            <a:srgbClr val="2C67E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5"/>
          <p:cNvSpPr/>
          <p:nvPr/>
        </p:nvSpPr>
        <p:spPr>
          <a:xfrm>
            <a:off x="6995160" y="1280160"/>
            <a:ext cx="548640" cy="548640"/>
          </a:xfrm>
          <a:prstGeom prst="ellipse">
            <a:avLst/>
          </a:prstGeom>
          <a:solidFill>
            <a:srgbClr val="2C67E5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032" y="1399032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80760" y="2057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C67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500+</a:t>
            </a:r>
            <a:endParaRPr lang="en-US" sz="5200" dirty="0"/>
          </a:p>
        </p:txBody>
      </p:sp>
      <p:sp>
        <p:nvSpPr>
          <p:cNvPr id="22" name="Text 17"/>
          <p:cNvSpPr/>
          <p:nvPr/>
        </p:nvSpPr>
        <p:spPr>
          <a:xfrm>
            <a:off x="6263640" y="3291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指標ラベル3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プロセス・手順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48740" y="1737360"/>
            <a:ext cx="6446520" cy="0"/>
          </a:xfrm>
          <a:prstGeom prst="line">
            <a:avLst/>
          </a:prstGeom>
          <a:noFill/>
          <a:ln w="254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028700" y="1417320"/>
            <a:ext cx="640080" cy="640080"/>
          </a:xfrm>
          <a:prstGeom prst="ellipse">
            <a:avLst/>
          </a:prstGeom>
          <a:solidFill>
            <a:srgbClr val="2C67E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0287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434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ステップ1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4340" y="2697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説明文をここに入力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77540" y="1417320"/>
            <a:ext cx="640080" cy="640080"/>
          </a:xfrm>
          <a:prstGeom prst="ellipse">
            <a:avLst/>
          </a:prstGeom>
          <a:solidFill>
            <a:srgbClr val="2C67E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1775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8318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ステップ2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83180" y="2697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説明文をここに入力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26380" y="1417320"/>
            <a:ext cx="640080" cy="640080"/>
          </a:xfrm>
          <a:prstGeom prst="ellipse">
            <a:avLst/>
          </a:prstGeom>
          <a:solidFill>
            <a:srgbClr val="2C67E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3263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3202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ステップ3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32020" y="2697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説明文をここに入力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75220" y="1417320"/>
            <a:ext cx="640080" cy="640080"/>
          </a:xfrm>
          <a:prstGeom prst="ellipse">
            <a:avLst/>
          </a:prstGeom>
          <a:solidFill>
            <a:srgbClr val="2C67E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747522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8086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ステップ4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80860" y="2697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説明文をここに入力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比較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3749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3749040" cy="64008"/>
          </a:xfrm>
          <a:prstGeom prst="rect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91440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Before / 現状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課題・問題点1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課題・問題点2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課題・問題点3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3749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3749040" cy="64008"/>
          </a:xfrm>
          <a:prstGeom prst="rect">
            <a:avLst/>
          </a:prstGeom>
          <a:solidFill>
            <a:srgbClr val="2C67E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02920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67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After / 改善後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029200" y="187452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改善効果1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改善効果2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改善効果3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特徴・機能一覧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200150"/>
            <a:ext cx="502920" cy="502920"/>
          </a:xfrm>
          <a:prstGeom prst="ellipse">
            <a:avLst/>
          </a:prstGeom>
          <a:solidFill>
            <a:srgbClr val="2C67E5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31445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79451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機能1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11455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説明テキスト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474720" y="1200150"/>
            <a:ext cx="502920" cy="502920"/>
          </a:xfrm>
          <a:prstGeom prst="ellipse">
            <a:avLst/>
          </a:prstGeom>
          <a:solidFill>
            <a:srgbClr val="2C67E5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020" y="131445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179451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機能2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474720" y="211455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説明テキスト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72200" y="1200150"/>
            <a:ext cx="502920" cy="502920"/>
          </a:xfrm>
          <a:prstGeom prst="ellipse">
            <a:avLst/>
          </a:prstGeom>
          <a:solidFill>
            <a:srgbClr val="2C67E5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31445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72200" y="179451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機能3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172200" y="211455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説明テキスト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777240" y="3028950"/>
            <a:ext cx="502920" cy="502920"/>
          </a:xfrm>
          <a:prstGeom prst="ellipse">
            <a:avLst/>
          </a:prstGeom>
          <a:solidFill>
            <a:srgbClr val="2C67E5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" y="314325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7240" y="362331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機能4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777240" y="394335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説明テキスト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3474720" y="3028950"/>
            <a:ext cx="502920" cy="502920"/>
          </a:xfrm>
          <a:prstGeom prst="ellipse">
            <a:avLst/>
          </a:prstGeom>
          <a:solidFill>
            <a:srgbClr val="2C67E5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9020" y="314325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474720" y="362331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機能5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3474720" y="394335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説明テキスト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6172200" y="3028950"/>
            <a:ext cx="502920" cy="502920"/>
          </a:xfrm>
          <a:prstGeom prst="ellipse">
            <a:avLst/>
          </a:prstGeom>
          <a:solidFill>
            <a:srgbClr val="2C67E5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3143250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172200" y="362331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機能6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6172200" y="394335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説明テキスト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9144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155448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ここに引用文やキーメッセージを入力します。印象的なフレーズや重要な発言を大きく表示するレイアウトです。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1097280" y="3749040"/>
            <a:ext cx="1371600" cy="0"/>
          </a:xfrm>
          <a:prstGeom prst="line">
            <a:avLst/>
          </a:prstGeom>
          <a:noFill/>
          <a:ln w="25400">
            <a:solidFill>
              <a:srgbClr val="2C67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/>
          <p:nvPr/>
        </p:nvSpPr>
        <p:spPr>
          <a:xfrm>
            <a:off x="109728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発言者名  /  XXXX 役職・所属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アジェンダ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89888"/>
            <a:ext cx="411480" cy="411480"/>
          </a:xfrm>
          <a:prstGeom prst="ellipse">
            <a:avLst/>
          </a:prstGeom>
          <a:solidFill>
            <a:srgbClr val="2C67E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1280160"/>
            <a:ext cx="7452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アジェンダ項目1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43000" y="1947672"/>
            <a:ext cx="7452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48640" y="2139696"/>
            <a:ext cx="411480" cy="411480"/>
          </a:xfrm>
          <a:prstGeom prst="ellipse">
            <a:avLst/>
          </a:prstGeom>
          <a:solidFill>
            <a:srgbClr val="2C67E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48640" y="21396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029968"/>
            <a:ext cx="7452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アジェンダ項目2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143000" y="2697480"/>
            <a:ext cx="7452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548640" y="2889504"/>
            <a:ext cx="411480" cy="411480"/>
          </a:xfrm>
          <a:prstGeom prst="ellipse">
            <a:avLst/>
          </a:prstGeom>
          <a:solidFill>
            <a:srgbClr val="2C67E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8895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779776"/>
            <a:ext cx="7452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アジェンダ項目3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143000" y="3447288"/>
            <a:ext cx="7452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548640" y="3639312"/>
            <a:ext cx="411480" cy="411480"/>
          </a:xfrm>
          <a:prstGeom prst="ellipse">
            <a:avLst/>
          </a:prstGeom>
          <a:solidFill>
            <a:srgbClr val="2C67E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48640" y="3639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529584"/>
            <a:ext cx="7452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アジェンダ項目4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143000" y="4197096"/>
            <a:ext cx="7452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411480" cy="411480"/>
          </a:xfrm>
          <a:prstGeom prst="ellipse">
            <a:avLst/>
          </a:prstGeom>
          <a:solidFill>
            <a:srgbClr val="2C67E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548640" y="4389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4279392"/>
            <a:ext cx="7452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アジェンダ項目5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テーブルレイアウト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0120"/>
          <a:ext cx="8046720" cy="3200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項目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列2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列3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列4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データ1-1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データ1-2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データ1-3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データ1-4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データ2-1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データ2-2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データ2-3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データ2-4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データ3-1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データ3-2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データ3-3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データ3-4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データ4-1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データ4-2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データ4-3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データ4-4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データ5-1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データ5-2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データ5-3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データ5-4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出典・注釈テキスト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67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28016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キーメッセージ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097280" y="256032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強調したいメッセージやセクションの導入文をここに入力します。青背景のスライドは視覚的なアクセントになります。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チーム紹介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4068" y="1005840"/>
            <a:ext cx="1828800" cy="347472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09828" y="1325880"/>
            <a:ext cx="1097280" cy="1097280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868" y="16459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4068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名前1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4068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C67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役職・部署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1228" y="3429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担当領域や一言紹介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619756" y="1005840"/>
            <a:ext cx="1828800" cy="347472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9"/>
          <p:cNvSpPr/>
          <p:nvPr/>
        </p:nvSpPr>
        <p:spPr>
          <a:xfrm>
            <a:off x="2985516" y="1325880"/>
            <a:ext cx="1097280" cy="1097280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5556" y="16459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19756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名前2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619756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C67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役職・部署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756916" y="3429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担当領域や一言紹介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695444" y="1005840"/>
            <a:ext cx="1828800" cy="347472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4"/>
          <p:cNvSpPr/>
          <p:nvPr/>
        </p:nvSpPr>
        <p:spPr>
          <a:xfrm>
            <a:off x="5061204" y="1325880"/>
            <a:ext cx="1097280" cy="1097280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244" y="16459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95444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名前3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4695444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C67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役職・部署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832604" y="3429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担当領域や一言紹介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771132" y="1005840"/>
            <a:ext cx="1828800" cy="347472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19"/>
          <p:cNvSpPr/>
          <p:nvPr/>
        </p:nvSpPr>
        <p:spPr>
          <a:xfrm>
            <a:off x="7136892" y="1325880"/>
            <a:ext cx="1097280" cy="1097280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932" y="164592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71132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名前4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6771132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C67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役職・部署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908292" y="3429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担当領域や一言紹介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097280"/>
            <a:ext cx="2743200" cy="6035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ご清聴ありがとうございました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3200400" y="3017520"/>
            <a:ext cx="27432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/>
          <p:nvPr/>
        </p:nvSpPr>
        <p:spPr>
          <a:xfrm>
            <a:off x="1828800" y="320040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お名前</a:t>
            </a:r>
            <a:endParaRPr lang="en-US" sz="16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6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部署・所属</a:t>
            </a:r>
            <a:endParaRPr lang="en-US" sz="16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6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email@example.com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570</Words>
  <Application>Microsoft Macintosh PowerPoint</Application>
  <PresentationFormat>画面に合わせる (16:9)</PresentationFormat>
  <Paragraphs>199</Paragraphs>
  <Slides>19</Slides>
  <Notes>19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3" baseType="lpstr">
      <vt:lpstr>Meiryo UI</vt:lpstr>
      <vt:lpstr>Noto Sans JP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Classmethod Slide Template</dc:title>
  <dc:subject>PptxGenJS Presentation</dc:subject>
  <dc:creator>Classmethod</dc:creator>
  <cp:lastModifiedBy>木村優太</cp:lastModifiedBy>
  <cp:revision>3</cp:revision>
  <dcterms:created xsi:type="dcterms:W3CDTF">2026-03-22T22:23:51Z</dcterms:created>
  <dcterms:modified xsi:type="dcterms:W3CDTF">2026-03-22T23:25:38Z</dcterms:modified>
</cp:coreProperties>
</file>